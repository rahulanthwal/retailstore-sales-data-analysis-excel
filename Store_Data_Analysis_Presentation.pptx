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Data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Excel-Based Business Intelligence Dashboard</a:t>
            </a:r>
          </a:p>
          <a:p>
            <a:r>
              <a:t>Dataset Size: 31,047 Transactions</a:t>
            </a:r>
          </a:p>
          <a:p>
            <a:r>
              <a:t>Domain: Retail / E-commerce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annual sales performance</a:t>
            </a:r>
          </a:p>
          <a:p>
            <a:r>
              <a:t>Identify top-performing channels &amp; states</a:t>
            </a:r>
          </a:p>
          <a:p>
            <a:r>
              <a:t>Understand customer demographics</a:t>
            </a:r>
          </a:p>
          <a:p>
            <a:r>
              <a:t>Generate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₹21,176,377</a:t>
            </a:r>
          </a:p>
          <a:p>
            <a:r>
              <a:t>Total Orders: 28471</a:t>
            </a:r>
          </a:p>
          <a:p>
            <a:r>
              <a:t>Total Customers: 28437</a:t>
            </a:r>
          </a:p>
          <a:p>
            <a:r>
              <a:t>Average Order Value: ₹744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Channel: Amazon</a:t>
            </a:r>
          </a:p>
          <a:p>
            <a:r>
              <a:t>Revenue Generated: ₹7,519,933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State: MAHARASHTRA</a:t>
            </a:r>
          </a:p>
          <a:p>
            <a:r>
              <a:t>Revenue Generated: ₹2,990,221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Women: ₹13,562,773</a:t>
            </a:r>
          </a:p>
          <a:p>
            <a:r>
              <a:t>Men: ₹7,613,604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contribute higher revenue compared to men</a:t>
            </a:r>
          </a:p>
          <a:p>
            <a:r>
              <a:t>Major sales driven through top online channels</a:t>
            </a:r>
          </a:p>
          <a:p>
            <a:r>
              <a:t>Certain states dominate revenue contribution</a:t>
            </a:r>
          </a:p>
          <a:p>
            <a:r>
              <a:t>Scope for targeted marketing based on demographics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</a:t>
            </a:r>
          </a:p>
          <a:p>
            <a:r>
              <a:t>Pivot Tables</a:t>
            </a:r>
          </a:p>
          <a:p>
            <a:r>
              <a:t>Data Cleaning</a:t>
            </a:r>
          </a:p>
          <a:p>
            <a:r>
              <a:t>Dashboard Creation</a:t>
            </a:r>
          </a:p>
          <a:p>
            <a:r>
              <a:t>Business Insight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my ability to:</a:t>
            </a:r>
          </a:p>
          <a:p>
            <a:r>
              <a:t>• Analyze large datasets</a:t>
            </a:r>
          </a:p>
          <a:p>
            <a:r>
              <a:t>• Extract business insights</a:t>
            </a:r>
          </a:p>
          <a:p>
            <a:r>
              <a:t>• Build dashboards for decision-making</a:t>
            </a:r>
          </a:p>
          <a:p>
            <a:r>
              <a:t>• Present data in a structured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